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3657600"/>
          </a:xfrm>
          <a:prstGeom prst="rect">
            <a:avLst/>
          </a:prstGeom>
          <a:gradFill rotWithShape="1">
            <a:gsLst>
              <a:gs pos="0">
                <a:srgbClr val="8000FF"/>
              </a:gs>
              <a:gs pos="100000">
                <a:srgbClr val="FF0033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Poppins"/>
              </a:defRPr>
            </a:pPr>
            <a:r>
              <a:t>AI-Based Low-Bandwidth</a:t>
            </a:r>
          </a:p>
          <a:p>
            <a:r>
              <a:t>Virtual Teaching &amp; Animation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Poppins"/>
              </a:defRPr>
            </a:pPr>
            <a:r>
              <a:t>An AI-powered solution for uninterrupted virtual teaching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Poppins"/>
              </a:defRPr>
            </a:pPr>
            <a:r>
              <a:t>Team Members: [Your Names &amp; Roll Numbers]</a:t>
            </a:r>
          </a:p>
          <a:p>
            <a:r>
              <a:t>Guide/Mentor: [Guide Name]</a:t>
            </a:r>
          </a:p>
          <a:p>
            <a:r>
              <a:t>Institution: [College/Department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0033"/>
                </a:solidFill>
                <a:latin typeface="Poppins"/>
              </a:defRPr>
            </a:pPr>
            <a:r>
              <a:t>⚠️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Poppins"/>
              </a:defRPr>
            </a:pPr>
            <a:r>
              <a:t>• Poor network connectivity interrupts online education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Poppins"/>
              </a:defRPr>
            </a:pPr>
            <a:r>
              <a:t>• 60% of rural students lack consistent high-speed internet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Poppins"/>
              </a:defRPr>
            </a:pPr>
            <a:r>
              <a:t>• Traditional video streaming consumes excessive bandwidth</a:t>
            </a:r>
          </a:p>
          <a:p>
            <a:pPr>
              <a:defRPr sz="2200" b="1">
                <a:solidFill>
                  <a:srgbClr val="8000FF"/>
                </a:solidFill>
                <a:latin typeface="Poppins"/>
              </a:defRPr>
            </a:pPr>
            <a:r>
              <a:t>• Need: Lightweight AI system that preserves real-time teaching flow while transmitting minimal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000FF"/>
                </a:solidFill>
                <a:latin typeface="Poppins"/>
              </a:defRPr>
            </a:pPr>
            <a:r>
              <a:t>💡 Core Technology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🎯 AI-Powered Adaptive Learning</a:t>
            </a:r>
          </a:p>
          <a:p>
            <a:pPr>
              <a:spcAft>
                <a:spcPts val="15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Real-time AI chatbot (Groq LLaMA 3.1) for instant doubt solving</a:t>
            </a:r>
          </a:p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🌐 Offline-First Architecture</a:t>
            </a:r>
          </a:p>
          <a:p>
            <a:pPr>
              <a:spcAft>
                <a:spcPts val="15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Service Workers + IndexedDB for offline access</a:t>
            </a:r>
          </a:p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📊 Adaptive Analytics</a:t>
            </a:r>
          </a:p>
          <a:p>
            <a:pPr>
              <a:spcAft>
                <a:spcPts val="1500"/>
              </a:spcAft>
              <a:defRPr sz="1600">
                <a:solidFill>
                  <a:srgbClr val="8000FF"/>
                </a:solidFill>
                <a:latin typeface="Poppins"/>
              </a:defRPr>
            </a:pPr>
            <a:r>
              <a:t>   • Learning pace = 10 × (0.5×accuracy + 0.3×speed + 0.2×engagement)</a:t>
            </a:r>
          </a:p>
          <a:p>
            <a:pPr>
              <a:defRPr sz="2400" b="1">
                <a:solidFill>
                  <a:srgbClr val="FFFFFF"/>
                </a:solidFill>
                <a:latin typeface="Poppins"/>
              </a:defRPr>
            </a:pPr>
            <a:r>
              <a:t>🔄 Real-Time Communication</a:t>
            </a:r>
          </a:p>
          <a:p>
            <a:pPr>
              <a:defRPr sz="1800">
                <a:solidFill>
                  <a:srgbClr val="FFFFFF"/>
                </a:solidFill>
                <a:latin typeface="Poppins"/>
              </a:defRPr>
            </a:pPr>
            <a:r>
              <a:t>   • WebSocket-based live chat and class interactions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000FF"/>
                </a:solidFill>
                <a:latin typeface="Poppins"/>
              </a:defRPr>
            </a:pPr>
            <a:r>
              <a:t>⚙️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┌───────────────────────────────────────┐</a:t>
            </a:r>
            <a:br/>
            <a:r>
              <a:t>│    Frontend Layer (Progressive Web App)    │</a:t>
            </a:r>
            <a:br/>
            <a:r>
              <a:t>│  • HTML5/CSS3/JavaScript (Responsive)     │</a:t>
            </a:r>
            <a:br/>
            <a:r>
              <a:t>│  • Service Worker (Offline Caching)       │</a:t>
            </a:r>
            <a:br/>
            <a:r>
              <a:t>│  • IndexedDB (Local Storage)              │</a:t>
            </a:r>
            <a:br/>
            <a:r>
              <a:t>│  • Real-time UI Updates                   │</a:t>
            </a:r>
            <a:br/>
            <a:r>
              <a:t>└───────────────────────────────────────┘</a:t>
            </a:r>
            <a:br/>
            <a:r>
              <a:t>                    ↕ REST API + WebSocket</a:t>
            </a:r>
            <a:br/>
            <a:r>
              <a:t>┌───────────────────────────────────────┐</a:t>
            </a:r>
            <a:br/>
            <a:r>
              <a:t>│      Backend Layer (Flask + SocketIO)      │</a:t>
            </a:r>
            <a:br/>
            <a:r>
              <a:t>│  • User Authentication &amp; Sessions         │</a:t>
            </a:r>
            <a:br/>
            <a:r>
              <a:t>│  • Class &amp; Content Management             │</a:t>
            </a:r>
            <a:br/>
            <a:r>
              <a:t>│  • Real-time Chat Engine                  │</a:t>
            </a:r>
            <a:br/>
            <a:r>
              <a:t>│  • AI Integration (Groq API)              │</a:t>
            </a:r>
            <a:br/>
            <a:r>
              <a:t>└───────────────────────────────────────┘</a:t>
            </a:r>
            <a:br/>
            <a:r>
              <a:t>                    ↕ SQL Queries</a:t>
            </a:r>
            <a:br/>
            <a:r>
              <a:t>┌───────────────────────────────────────┐</a:t>
            </a:r>
            <a:br/>
            <a:r>
              <a:t>│       Database Layer (SQLite)              │</a:t>
            </a:r>
            <a:br/>
            <a:r>
              <a:t>│  • Users, Classes, Lectures, Quizzes      │</a:t>
            </a:r>
            <a:br/>
            <a:r>
              <a:t>│  • Analytics &amp; AI Query History           │</a:t>
            </a:r>
            <a:br/>
            <a:r>
              <a:t>│  • Real-time Chat Messages                │</a:t>
            </a:r>
            <a:br/>
            <a:r>
              <a:t>└───────────────────────────────────────┘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0033"/>
                </a:solidFill>
                <a:latin typeface="Poppins"/>
              </a:defRPr>
            </a:pPr>
            <a:r>
              <a:t>🎬 Live Project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  <a:solidFill>
            <a:srgbClr val="1E1E28"/>
          </a:solidFill>
          <a:ln w="38100">
            <a:solidFill>
              <a:srgbClr val="8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▶ INSERT DEMO VIDEO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00FF"/>
                </a:solidFill>
                <a:latin typeface="Poppins"/>
              </a:defRPr>
            </a:pPr>
            <a:r>
              <a:t>Demonstration of AI-driven low-bandwidth teaching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000FF"/>
                </a:solidFill>
                <a:latin typeface="Poppins"/>
              </a:defRPr>
            </a:pPr>
            <a:r>
              <a:t>📊 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Poppins"/>
              </a:defRPr>
            </a:pPr>
            <a:r>
              <a:t>✅ Successful Prototype Completion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Full-stack web application with role-based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Real-time AI chatbot with &lt;2s response time</a:t>
            </a:r>
          </a:p>
          <a:p>
            <a:pPr>
              <a:spcAft>
                <a:spcPts val="20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Offline functionality with automatic sync</a:t>
            </a:r>
          </a:p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Poppins"/>
              </a:defRPr>
            </a:pPr>
            <a:r>
              <a:t>📈 Key Performance Metrics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Teaching flow stability: Maintained during network fluctuations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oppins"/>
              </a:defRPr>
            </a:pPr>
            <a:r>
              <a:t>   • System responsiveness: Instant page loads, smooth transitions</a:t>
            </a:r>
          </a:p>
          <a:p>
            <a:pPr>
              <a:defRPr sz="1800">
                <a:solidFill>
                  <a:srgbClr val="FFFFFF"/>
                </a:solidFill>
                <a:latin typeface="Poppins"/>
              </a:defRPr>
            </a:pPr>
            <a:r>
              <a:t>   • User experience: Intuitive interface, mobile-responsive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000FF"/>
                </a:solidFill>
                <a:latin typeface="Poppins"/>
              </a:defRPr>
            </a:pPr>
            <a:r>
              <a:t>🔮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t>🎭 Emotion Detection &amp; Response</a:t>
            </a:r>
          </a:p>
          <a:p>
            <a:pPr>
              <a:spcAft>
                <a:spcPts val="1500"/>
              </a:spcAft>
              <a:defRPr sz="1600">
                <a:solidFill>
                  <a:srgbClr val="FFFFFF"/>
                </a:solidFill>
                <a:latin typeface="Poppins"/>
              </a:defRPr>
            </a:pPr>
            <a:r>
              <a:t>   Real-time facial expression analysis for student engagement</a:t>
            </a:r>
          </a:p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t>🤖 Realistic 3D Avatars</a:t>
            </a:r>
          </a:p>
          <a:p>
            <a:pPr>
              <a:spcAft>
                <a:spcPts val="1500"/>
              </a:spcAft>
              <a:defRPr sz="1600">
                <a:solidFill>
                  <a:srgbClr val="FFFFFF"/>
                </a:solidFill>
                <a:latin typeface="Poppins"/>
              </a:defRPr>
            </a:pPr>
            <a:r>
              <a:t>   AI-generated teacher avatars with lip-sync and gestures</a:t>
            </a:r>
          </a:p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t>🥽 AR/VR Integration</a:t>
            </a:r>
          </a:p>
          <a:p>
            <a:pPr>
              <a:defRPr sz="1600">
                <a:solidFill>
                  <a:srgbClr val="FFFFFF"/>
                </a:solidFill>
                <a:latin typeface="Poppins"/>
              </a:defRPr>
            </a:pPr>
            <a:r>
              <a:t>   Immersive virtual classrooms with 3D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0033"/>
                </a:solidFill>
                <a:latin typeface="Poppin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Poppins"/>
              </a:defRPr>
            </a:pPr>
            <a:r>
              <a:t>[College Logo]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